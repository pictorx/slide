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103064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103064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4103064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4103064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1030649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41030649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4103064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4103064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1030649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4103064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41030649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41030649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Flow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Onboarding on developer platforms such as mpesa daraja has been painful for developers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744575"/>
            <a:ext cx="8520600" cy="9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414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requirements and friction for even getting api keys to </a:t>
            </a:r>
            <a:r>
              <a:rPr lang="en"/>
              <a:t>fintech</a:t>
            </a:r>
            <a:r>
              <a:rPr lang="en"/>
              <a:t> solution offered for daraja discourages builders from building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0" y="744575"/>
            <a:ext cx="8520600" cy="9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414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Hence we are introducing easy flow. Smooth fintech solution for developers to plugin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0" y="744575"/>
            <a:ext cx="8520600" cy="9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11700" y="2414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we are offering is bold as easy flow will not require any developer using our services to manage API keys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0" y="744575"/>
            <a:ext cx="8520600" cy="9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2414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do not have to worry about </a:t>
            </a:r>
            <a:r>
              <a:rPr lang="en"/>
              <a:t>accidentally</a:t>
            </a:r>
            <a:r>
              <a:rPr lang="en"/>
              <a:t> </a:t>
            </a:r>
            <a:r>
              <a:rPr lang="en"/>
              <a:t>deploying</a:t>
            </a:r>
            <a:r>
              <a:rPr lang="en"/>
              <a:t> your api key to github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0" y="744575"/>
            <a:ext cx="8520600" cy="9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414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