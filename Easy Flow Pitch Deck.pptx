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070746" y="2917477"/>
            <a:ext cx="4050506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5400" i="0" u="none">
                <a:solidFill>
                  <a:srgbClr val="FFFFFF"/>
                </a:solidFill>
                <a:latin typeface="Poppins"/>
              </a:rPr>
              <a:t>EASY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57500" y="4136677"/>
            <a:ext cx="6477000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b="0" sz="1800" i="0" u="none">
                <a:solidFill>
                  <a:srgbClr val="94A3B8"/>
                </a:solidFill>
                <a:latin typeface="Lato"/>
              </a:rPr>
              <a:t>A frictionless fintech integration designed exclusively for builders.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4975" y="2355502"/>
            <a:ext cx="116205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020740" y="3012727"/>
            <a:ext cx="4150518" cy="904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FFFFFF"/>
                </a:solidFill>
                <a:latin typeface="Poppins"/>
              </a:rPr>
              <a:t>The </a:t>
            </a:r>
            <a:r>
              <a:rPr b="1" sz="4800" i="0" u="none">
                <a:solidFill>
                  <a:srgbClr val="FFFFFF"/>
                </a:solidFill>
                <a:latin typeface="Poppins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38487" y="4108102"/>
            <a:ext cx="5915025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b="0" sz="1800" i="0" u="none">
                <a:solidFill>
                  <a:srgbClr val="94A3B8"/>
                </a:solidFill>
                <a:latin typeface="Lato"/>
              </a:rPr>
              <a:t>Fintech onboarding shouldn't be a roadblock for developers.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2105025"/>
            <a:ext cx="5229225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2025" y="2144613"/>
            <a:ext cx="484822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FFFFFF"/>
                </a:solidFill>
                <a:latin typeface="Lato"/>
              </a:rPr>
              <a:t>Painful Onboarding:</a:t>
            </a:r>
            <a:r>
              <a:rPr b="0" sz="1650" i="0" u="none">
                <a:solidFill>
                  <a:srgbClr val="94A3B8"/>
                </a:solidFill>
                <a:latin typeface="Lato"/>
              </a:rPr>
              <a:t> Connecting to developer platforms such as M-Pesa Daraja has historically been a painful and slow process for developers.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2025" y="3388221"/>
            <a:ext cx="484822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FFFFFF"/>
                </a:solidFill>
                <a:latin typeface="Lato"/>
              </a:rPr>
              <a:t>Complex Requirements:</a:t>
            </a:r>
            <a:r>
              <a:rPr b="0" sz="1650" i="0" u="none">
                <a:solidFill>
                  <a:srgbClr val="94A3B8"/>
                </a:solidFill>
                <a:latin typeface="Lato"/>
              </a:rPr>
              <a:t> The high requirements and friction just to obtain basic API keys for fintech solutions are overwhelming.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4631828"/>
            <a:ext cx="484822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FFFFFF"/>
                </a:solidFill>
                <a:latin typeface="Lato"/>
              </a:rPr>
              <a:t>Stifled Innovation:</a:t>
            </a:r>
            <a:r>
              <a:rPr b="0" sz="1650" i="0" u="none">
                <a:solidFill>
                  <a:srgbClr val="94A3B8"/>
                </a:solidFill>
                <a:latin typeface="Lato"/>
              </a:rPr>
              <a:t> This exhausting barrier to entry actively discourages builders from creating new and innovative products.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2114550"/>
            <a:ext cx="3324225" cy="1809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1025" y="581025"/>
            <a:ext cx="11581447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600" i="0" u="none">
                <a:solidFill>
                  <a:srgbClr val="FFFFFF"/>
                </a:solidFill>
                <a:latin typeface="Poppins SemiBold"/>
              </a:rPr>
              <a:t>High-Friction Environments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275" y="2239863"/>
            <a:ext cx="95250" cy="952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275" y="3483471"/>
            <a:ext cx="95250" cy="952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275" y="4727078"/>
            <a:ext cx="95250" cy="952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045743" y="3012727"/>
            <a:ext cx="4100512" cy="904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FFFFFF"/>
                </a:solidFill>
                <a:latin typeface="Poppins"/>
              </a:rPr>
              <a:t>The </a:t>
            </a:r>
            <a:r>
              <a:rPr b="1" sz="4800" i="0" u="none">
                <a:solidFill>
                  <a:srgbClr val="FFFFFF"/>
                </a:solidFill>
                <a:latin typeface="Poppins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81400" y="4108102"/>
            <a:ext cx="5029200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b="0" sz="1800" i="0" u="none">
                <a:solidFill>
                  <a:srgbClr val="94A3B8"/>
                </a:solidFill>
                <a:latin typeface="Lato"/>
              </a:rPr>
              <a:t>A bold, seamless plugin built for speed and security.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289869"/>
            <a:ext cx="3422600" cy="344031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4625" y="2289869"/>
            <a:ext cx="3422600" cy="344031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8225" y="2289869"/>
            <a:ext cx="3422600" cy="34403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17116" y="3556694"/>
            <a:ext cx="2150268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E2E8F0"/>
                </a:solidFill>
                <a:latin typeface="Poppins"/>
              </a:rPr>
              <a:t>Smooth Plugin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4099619"/>
            <a:ext cx="2832050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Lato"/>
              </a:rPr>
              <a:t>We provide a completely smooth fintech solution that allows developers to plug into payment networks effortlessly.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729" y="3556694"/>
            <a:ext cx="1950243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E2E8F0"/>
                </a:solidFill>
                <a:latin typeface="Poppins"/>
              </a:rPr>
              <a:t>Zero API Keys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9900" y="4099619"/>
            <a:ext cx="2832050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Lato"/>
              </a:rPr>
              <a:t>Our offering is bold. Easy Flow does not require any developer using our services to manage or rotate complex API keys.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34293" y="3556694"/>
            <a:ext cx="2530316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E2E8F0"/>
                </a:solidFill>
                <a:latin typeface="Poppins"/>
              </a:rPr>
              <a:t>Secure by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83500" y="4099619"/>
            <a:ext cx="2832050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Lato"/>
              </a:rPr>
              <a:t>By removing keys, you never have to worry about accidentally deploying or leaking sensitive credentials to GitHub.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2225" y="2737544"/>
            <a:ext cx="400050" cy="533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29151" y="2737544"/>
            <a:ext cx="533400" cy="533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32751" y="2737544"/>
            <a:ext cx="533400" cy="533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1025" y="581025"/>
            <a:ext cx="11581447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600" i="0" u="none">
                <a:solidFill>
                  <a:srgbClr val="FFFFFF"/>
                </a:solidFill>
                <a:latin typeface="Poppins SemiBold"/>
              </a:rPr>
              <a:t>Introducing Easy Flow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5276" y="2174527"/>
            <a:ext cx="11581447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6000" i="0" u="none">
                <a:solidFill>
                  <a:srgbClr val="FFFFFF"/>
                </a:solidFill>
                <a:latin typeface="Poppins"/>
              </a:rPr>
              <a:t>Ready to </a:t>
            </a:r>
            <a:r>
              <a:rPr b="1" sz="6000" i="0" u="none">
                <a:solidFill>
                  <a:srgbClr val="FFFFFF"/>
                </a:solidFill>
                <a:latin typeface="Poppins"/>
              </a:rPr>
              <a:t>Build?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508027"/>
            <a:ext cx="7620000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b="0" sz="1800" i="0" u="none">
                <a:solidFill>
                  <a:srgbClr val="94A3B8"/>
                </a:solidFill>
                <a:latin typeface="Lato"/>
              </a:rPr>
              <a:t>Join the future of developer-first fintech integration today.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4349948"/>
            <a:ext cx="1102995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0E5FF"/>
                </a:solidFill>
                <a:latin typeface="Poppins"/>
              </a:rPr>
              <a:t>Experience Easy Flow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3771751"/>
            <a:ext cx="857250" cy="47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76400" y="3765202"/>
            <a:ext cx="993457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94A3B8"/>
                </a:solidFill>
                <a:latin typeface="Lato"/>
              </a:rPr>
              <a:t>https://newbananaprompts.in/_next/image?url=%2Fposts%2Fstudent.png&amp;w=3840&amp;q=75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76400" y="4010917"/>
            <a:ext cx="99345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newbananaprompts.in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581025"/>
            <a:ext cx="11581447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600" i="0" u="none">
                <a:solidFill>
                  <a:srgbClr val="FFFFFF"/>
                </a:solidFill>
                <a:latin typeface="Poppins SemiBold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